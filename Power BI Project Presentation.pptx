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8"/>
  </p:notesMasterIdLst>
  <p:sldIdLst>
    <p:sldId id="257" r:id="rId2"/>
    <p:sldId id="256" r:id="rId3"/>
    <p:sldId id="258" r:id="rId4"/>
    <p:sldId id="263" r:id="rId5"/>
    <p:sldId id="264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8F247-C740-474F-9250-5D6753F2C69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D3A28-3C24-4C63-83A3-970C1A14D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48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3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3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92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1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09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63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64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04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9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62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381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2265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036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479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42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644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9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8C37AFB-B32E-47A5-B299-44CFE92B07B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19135-19E1-49F1-8F78-E2AB4D3C8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218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099689" y="4446412"/>
            <a:ext cx="999262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4000" b="1" dirty="0">
                <a:solidFill>
                  <a:schemeClr val="accent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Bank Customer </a:t>
            </a:r>
            <a:r>
              <a:rPr lang="en-US" sz="4000" b="1" strike="noStrike" cap="none" dirty="0">
                <a:solidFill>
                  <a:schemeClr val="accent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Segmentation</a:t>
            </a:r>
            <a:endParaRPr lang="en-IN" sz="4000" b="1" strike="noStrike" cap="none" dirty="0">
              <a:solidFill>
                <a:schemeClr val="accent1"/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F2ADC9-0C76-B74D-1E2F-CFD5EB259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23592"/>
            <a:ext cx="12192000" cy="22108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C14D29-B015-A767-E6EC-0E8C2CB79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0373" y="-1750325"/>
            <a:ext cx="12192000" cy="5388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AA4208-1E68-AE88-F2AC-8B4FD9F4B521}"/>
              </a:ext>
            </a:extLst>
          </p:cNvPr>
          <p:cNvSpPr txBox="1"/>
          <p:nvPr/>
        </p:nvSpPr>
        <p:spPr>
          <a:xfrm>
            <a:off x="1893562" y="1940780"/>
            <a:ext cx="89371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latin typeface="Cambria" panose="02040503050406030204" pitchFamily="18" charset="0"/>
                <a:ea typeface="Cambria" panose="02040503050406030204" pitchFamily="18" charset="0"/>
              </a:rPr>
              <a:t>Bank Customer Segmentation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772FD-5243-608E-649A-B7C8B0E5821D}"/>
              </a:ext>
            </a:extLst>
          </p:cNvPr>
          <p:cNvSpPr txBox="1"/>
          <p:nvPr/>
        </p:nvSpPr>
        <p:spPr>
          <a:xfrm>
            <a:off x="5820696" y="3362633"/>
            <a:ext cx="5709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4B4DB-7EB3-5F33-08EC-E65846BC5E5A}"/>
              </a:ext>
            </a:extLst>
          </p:cNvPr>
          <p:cNvSpPr txBox="1"/>
          <p:nvPr/>
        </p:nvSpPr>
        <p:spPr>
          <a:xfrm>
            <a:off x="1078925" y="4535846"/>
            <a:ext cx="10566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latin typeface="Cambria" panose="02040503050406030204" pitchFamily="18" charset="0"/>
                <a:ea typeface="Cambria" panose="02040503050406030204" pitchFamily="18" charset="0"/>
              </a:rPr>
              <a:t>S. V. V. Satyanarayana      |       R. Guru Pavan Kumar       |          K. Uday Kumar</a:t>
            </a:r>
          </a:p>
        </p:txBody>
      </p:sp>
    </p:spTree>
    <p:extLst>
      <p:ext uri="{BB962C8B-B14F-4D97-AF65-F5344CB8AC3E}">
        <p14:creationId xmlns:p14="http://schemas.microsoft.com/office/powerpoint/2010/main" val="2995582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5BE80-5954-DF4E-F377-54F8D654B2E5}"/>
              </a:ext>
            </a:extLst>
          </p:cNvPr>
          <p:cNvSpPr txBox="1"/>
          <p:nvPr/>
        </p:nvSpPr>
        <p:spPr>
          <a:xfrm>
            <a:off x="4718729" y="309990"/>
            <a:ext cx="24376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0C71F-7E31-1AE4-CD59-BD8D09BAC725}"/>
              </a:ext>
            </a:extLst>
          </p:cNvPr>
          <p:cNvSpPr txBox="1"/>
          <p:nvPr/>
        </p:nvSpPr>
        <p:spPr>
          <a:xfrm>
            <a:off x="353961" y="1386347"/>
            <a:ext cx="1119167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bank is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modern retail and commercial financial institution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that provides a wide range of banking products and services to individuals and businesses.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Its core services include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savings and current accounts, deposits, withdrawals, fund transfers, and digital payment facilities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bank aims to promote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financial inclusion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offering accessible and secure banking solutions across various cities and regions.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With the rapid growth of digital banking, the bank has expanded into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online and mobile platforms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allowing customers to transact anytime, anywhere.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 leveraging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 analytics and business intelligence tools like Power BI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the bank continuously improves decision-making, customer retention,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75648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CEEBF-24E9-65AB-F32D-AA137D4A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ABCAD-FEBA-A23E-5A0C-85FB36E5743E}"/>
              </a:ext>
            </a:extLst>
          </p:cNvPr>
          <p:cNvSpPr txBox="1"/>
          <p:nvPr/>
        </p:nvSpPr>
        <p:spPr>
          <a:xfrm>
            <a:off x="3984881" y="342233"/>
            <a:ext cx="35929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6BC6F-D946-E7D3-A506-29DDC0A84A1F}"/>
              </a:ext>
            </a:extLst>
          </p:cNvPr>
          <p:cNvSpPr txBox="1"/>
          <p:nvPr/>
        </p:nvSpPr>
        <p:spPr>
          <a:xfrm>
            <a:off x="304800" y="1209366"/>
            <a:ext cx="1135625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bank has many customers, but it is difficult to understand what type of customers they are.</a:t>
            </a:r>
          </a:p>
          <a:p>
            <a:pPr algn="just">
              <a:spcAft>
                <a:spcPts val="600"/>
              </a:spcAf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bank does not know which customers are active, loyal, or less active.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is hard to find out which customers bring more profit and which ones need more attention.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bank has a lot of customer data, but it is not used properly to get insights or patterns.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bank needs a clear way to group customers by using Power BI, so it can provide better services and improve profits.</a:t>
            </a:r>
          </a:p>
        </p:txBody>
      </p:sp>
    </p:spTree>
    <p:extLst>
      <p:ext uri="{BB962C8B-B14F-4D97-AF65-F5344CB8AC3E}">
        <p14:creationId xmlns:p14="http://schemas.microsoft.com/office/powerpoint/2010/main" val="267539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76FE-2C38-1817-44A6-2A568E08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733AAC-92CC-DB4C-CB55-31819872D06F}"/>
              </a:ext>
            </a:extLst>
          </p:cNvPr>
          <p:cNvSpPr txBox="1"/>
          <p:nvPr/>
        </p:nvSpPr>
        <p:spPr>
          <a:xfrm>
            <a:off x="3932904" y="137652"/>
            <a:ext cx="26940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4615D-9979-A665-DA86-78D76834D4BA}"/>
              </a:ext>
            </a:extLst>
          </p:cNvPr>
          <p:cNvSpPr txBox="1"/>
          <p:nvPr/>
        </p:nvSpPr>
        <p:spPr>
          <a:xfrm>
            <a:off x="353961" y="917792"/>
            <a:ext cx="1119894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Power BI visualization made it possible to convert raw transactional data into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interactive, business-relevant insights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analysis demonstrates how data-driven dashboards can improve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decision-making, risk management, and customer strategy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bank’s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customer base is diverse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with a balanced gender ratio and most customers aged between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26–45 years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representing the bank’s most active demographic.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Transaction behavior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shows strong digital engagement, with peak activity during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weekday business hours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a large number of small to medium-value transactions.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Power BI dashboards help the bank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visualize trends, segment customers, and assess risk levels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effectively through real-time analytics.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Overall, the analysis enables the bank to make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data-driven decisions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improve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customer retention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and strengthen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profitability and risk management strategies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346200" y="3102011"/>
            <a:ext cx="4140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107</TotalTime>
  <Words>375</Words>
  <Application>Microsoft Office PowerPoint</Application>
  <PresentationFormat>Widescreen</PresentationFormat>
  <Paragraphs>38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Black</vt:lpstr>
      <vt:lpstr>Calibri</vt:lpstr>
      <vt:lpstr>Cambria</vt:lpstr>
      <vt:lpstr>Century Gothic</vt:lpstr>
      <vt:lpstr>Libre Baskerville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 Pavan</dc:creator>
  <cp:lastModifiedBy>satish sadanala</cp:lastModifiedBy>
  <cp:revision>10</cp:revision>
  <dcterms:created xsi:type="dcterms:W3CDTF">2025-10-30T10:53:55Z</dcterms:created>
  <dcterms:modified xsi:type="dcterms:W3CDTF">2025-11-07T17:43:21Z</dcterms:modified>
</cp:coreProperties>
</file>